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88952" cy="2926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PBMC Cell-Type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ED6F1"/>
                </a:solidFill>
              </a:rPr>
              <a:t>LLM Pipeline Comparison: Claude vs Llama vs Gemma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D6D7E"/>
                </a:solidFill>
              </a:rPr>
              <a:t>Dataset: PBMC 3k  |  AWS Bedrock  |  scanpy · CellTypist · Scanorama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5120640"/>
            <a:ext cx="1920240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5138928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Claude Haiku 4.5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5120640"/>
            <a:ext cx="192024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5138928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Llama 3.1 70B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5120640"/>
            <a:ext cx="192024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5138928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Gemma 3 27B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6D7E"/>
                </a:solidFill>
              </a:rPr>
              <a:t>Scripps Research Hackathon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PBMC Cell-Type Annotation: LLM Pipeline Comparison  |  Scripps Research Hackathon 2026  | 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Pipeline Design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What did each LLM choose for each method?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868680"/>
          <a:ext cx="11731752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09544"/>
                <a:gridCol w="3209544"/>
                <a:gridCol w="3209544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Claude (Haiku 4.5)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Llama (3.1 70B)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Gemma (3 27B)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Zero-Shot Approach</a:t>
                      </a:r>
                    </a:p>
                  </a:txBody>
                  <a:tcPr>
                    <a:solidFill>
                      <a:srgbClr val="D5D8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LLM API call via Bedrock
(biological reasoning)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Avg marker gene expression
per cluster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Sum marker gene expression
per cell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Zero-Shot Granularity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Cluster-level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Cluster-level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Per-cell</a:t>
                      </a:r>
                    </a:p>
                  </a:txBody>
                  <a:tcPr>
                    <a:solidFill>
                      <a:srgbClr val="EAFA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Reference Method</a:t>
                      </a:r>
                    </a:p>
                  </a:txBody>
                  <a:tcPr>
                    <a:solidFill>
                      <a:srgbClr val="D5D8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CellTypist
(logistic regression)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Centroid dot-product
similarity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Scanorama integration
+ KNN label transfer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Reference Dataset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Immune_All_High
(700k cells, 20+ studies)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pbmc68k_reduced
(700 cells, 10x)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pbmc68k_reduced
(700 cells, 10x)</a:t>
                      </a:r>
                    </a:p>
                  </a:txBody>
                  <a:tcPr>
                    <a:solidFill>
                      <a:srgbClr val="EAFA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Code Structure</a:t>
                      </a:r>
                    </a:p>
                  </a:txBody>
                  <a:tcPr>
                    <a:solidFill>
                      <a:srgbClr val="D5D8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4 scripts (pipeline)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1 monolithic script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6 modular scripts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Requires Bedrock API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Yes (LLM call)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EAFA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Accuracy — Zero-Shot</a:t>
                      </a:r>
                    </a:p>
                  </a:txBody>
                  <a:tcPr>
                    <a:solidFill>
                      <a:srgbClr val="D5D8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85.1%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85.1%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76.4%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Accuracy — Reference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88.9%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73.2%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77.0%</a:t>
                      </a:r>
                    </a:p>
                  </a:txBody>
                  <a:tcPr>
                    <a:solidFill>
                      <a:srgbClr val="EAFAF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PBMC Cell-Type Annotation: LLM Pipeline Comparison  |  Scripps Research Hackathon 2026  |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Zero-Shot Annotation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Cluster marker genes → cell type label  |  No reference data used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6583680" cy="4572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4088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Macro F1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Wtd F1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Kappa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Claude (Haiku 4.5)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0.851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0.673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0.804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0.794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2.0 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10 MB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Llama (3.1 70B)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0.851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0.673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0.804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0.794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1.1 s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80 MB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Gemma (3 27B)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0.764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0.482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0.692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0.674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23.5 s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216 MB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40880" y="3383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2E86C1"/>
                </a:solidFill>
              </a:rPr>
              <a:t>Claude &amp; Llama tie at 85.1% — identical cluster assignments
despite completely different mechanisms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PBMC Cell-Type Annotation: LLM Pipeline Comparison  |  Scripps Research Hackathon 2026  |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Reference Mapping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Annotate by comparing against a large, pre-labelled cell atlas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6583680" cy="4572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40880" y="137160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40080"/>
                <a:gridCol w="640080"/>
                <a:gridCol w="640080"/>
                <a:gridCol w="640080"/>
                <a:gridCol w="640080"/>
                <a:gridCol w="6400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Macro F1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Wtd F1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Kappa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Claude (CellTypist)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0.889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0.776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0.863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0.847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1.5 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255 MB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Llama (dot-product)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0.732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0.502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0.710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0.650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0.3 s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35 MB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Gemma (Scanorama+KNN)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0.770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0.564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0.760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0.697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1.4 s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77 MB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40880" y="3383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2E86C1"/>
                </a:solidFill>
              </a:rPr>
              <a:t>CellTypist (Claude) wins by +12-16 pp
by choosing a pre-trained 700k-cell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PBMC Cell-Type Annotation: LLM Pipeline Comparison  |  Scripps Research Hackathon 2026  |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Per-Class F1 Score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Which cell types does each method handle well — and which does it miss?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1161288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C0392B"/>
                </a:solidFill>
              </a:rPr>
              <a:t>Red zone (F1≈0): FCGR3A Mono undetected by all — merged with CD14 Mono in the same Leiden cluster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PBMC Cell-Type Annotation: LLM Pipeline Comparison  |  Scripps Research Hackathon 2026  |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UMAP Visualisations — Claude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Ground Truth (left)  |  Zero-Shot LLM (centre)  |  CellTypist Reference Mapping (right)</a:t>
            </a:r>
          </a:p>
        </p:txBody>
      </p:sp>
      <p:pic>
        <p:nvPicPr>
          <p:cNvPr id="5" name="Picture 4" descr="umap_three_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1179576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PBMC Cell-Type Annotation: LLM Pipeline Comparison  |  Scripps Research Hackathon 2026  |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Resource Usage: Time &amp;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Wall-clock time and peak memory for each annotation step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11430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D6D7E"/>
                </a:solidFill>
              </a:rPr>
              <a:t>Lighter = Zero-Shot   |   Solid = Reference Mapping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PBMC Cell-Type Annotation: LLM Pipeline Comparison  |  Scripps Research Hackathon 2026  |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Differences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11731752" cy="3840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5097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[1] METHOD DIFFERENCES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52F"/>
                </a:solidFill>
              </a:rPr>
              <a:t>•   Claude: Only LLM that called the Bedrock API — used biological reasoning to annotate from marker genes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73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52F"/>
                </a:solidFill>
              </a:rPr>
              <a:t>•   Llama: Cluster-level marker scoring — no API call, faster, but identical zero-shot accuracy 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52F"/>
                </a:solidFill>
              </a:rPr>
              <a:t>•   Gemma: Suggested Scanorama (proper batch-correction) — most sophisticated integration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8658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52F"/>
                </a:solidFill>
              </a:rPr>
              <a:t>•   Reference tool choice drove the biggest accuracy gap: CellTypist (700k cells) vs dot-product/KNN (700 cells)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788920"/>
            <a:ext cx="11731752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8254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[2] SHARED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9125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52F"/>
                </a:solidFill>
              </a:rPr>
              <a:t>•   Leiden resolution 0.5 yields 6 clusters for 8 ground-truth types — FCGR3A Mono &amp; NK merge with neighbors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478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52F"/>
                </a:solidFill>
              </a:rPr>
              <a:t>•   FCGR3A+ Monocytes: F1 = 0.00 for ALL methods — requires higher clustering resolution to rescue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044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52F"/>
                </a:solidFill>
              </a:rPr>
              <a:t>•   pbmc68k reference (Llama/Gemma) too small (700 cells) for reliable centroid estimation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6110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52F"/>
                </a:solidFill>
              </a:rPr>
              <a:t>•   Ground truth labels from scanpy are coarser than Seurat (no Naive/Memory CD4 T distinction)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663440"/>
            <a:ext cx="11731752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0001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[3] LLM CODE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06577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52F"/>
                </a:solidFill>
              </a:rPr>
              <a:t>•   Claude: Produced a complete, runnable pipeline — chose CellTypist without being prompted 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4223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52F"/>
                </a:solidFill>
              </a:rPr>
              <a:t>•   Llama: Skeleton with bugs (wrong argmax logic, wrong boto3 syntax) — required ~10 fixes to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7790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52F"/>
                </a:solidFill>
              </a:rPr>
              <a:t>•   Gemma: Most structured output (6 files) but wrong reference (suggested Mouse Brain Atlas for PBMC!)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13562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52F"/>
                </a:solidFill>
              </a:rPr>
              <a:t>•   All 3 omitted memory/time tracking — left as 'exercise for the reader'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PBMC Cell-Type Annotation: LLM Pipeline Comparison  |  Scripps Research Hackathon 2026  |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