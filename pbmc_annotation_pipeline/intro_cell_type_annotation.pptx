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88952" cy="3108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40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Cell-Type Annotation in Single-Cell Genomics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ED6F1"/>
                </a:solidFill>
              </a:rPr>
              <a:t>A gentle introduction for biology and chemistry audiences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0"/>
            <a:ext cx="2011680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33087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Single-Cell RNA-seq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4114800"/>
            <a:ext cx="201168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4133087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Gene Expression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4114800"/>
            <a:ext cx="2011680" cy="59436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4133087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Marker Genes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4114800"/>
            <a:ext cx="201168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4133087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Zero-Shot Annotation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4114800"/>
            <a:ext cx="2011680" cy="5943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4133087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Reference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D6D7E"/>
                </a:solidFill>
              </a:rPr>
              <a:t>Scripps Research Hackathon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Introduction to Cell-Type Annotation  |  Scripps Research Hackathon 2026  |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Central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ED6F1"/>
                </a:solidFill>
              </a:rPr>
              <a:t>A tissue contains many different cell types — but how do we tell them apart?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5577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Introduction to Cell-Type Annotation  |  Scripps Research Hackathon 2026  |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is Gene Expression?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ED6F1"/>
                </a:solidFill>
              </a:rPr>
              <a:t>The molecular language that defines cell identity  |  Accessible for chemists and biologists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5577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Introduction to Cell-Type Annotation  |  Scripps Research Hackathon 2026  |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Single-Cell RNA Sequencing (scRNA-seq)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ED6F1"/>
                </a:solidFill>
              </a:rPr>
              <a:t>Measuring gene activity in thousands of individual cells simultaneously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5486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Introduction to Cell-Type Annotation  |  Scripps Research Hackathon 2026  |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From Data Matrix to UMAP: Finding Cell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ED6F1"/>
                </a:solidFill>
              </a:rPr>
              <a:t>Dimensionality reduction collapses 20,000 genes → 2D map.  Similar cells cluster together.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5577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Introduction to Cell-Type Annotation  |  Scripps Research Hackathon 2026  |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Marker Genes: The Molecular Fingerprints of Cell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ED6F1"/>
                </a:solidFill>
              </a:rPr>
              <a:t>Some genes are uniquely and highly expressed in specific cell types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41248"/>
            <a:ext cx="7132320" cy="4754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52360" y="1005840"/>
          <a:ext cx="4526279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874519"/>
              </a:tblGrid>
              <a:tr h="58293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Gene(s)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Cell Type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CD3D / CD3E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T cells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T-cell receptor complex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CD79A / MS4A1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B cells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B-cell receptor complex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CD14 / LYZ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CD14+ Mono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Innate immunity / phagocytosis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FCGR3A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FCGR3A+ Mono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FC receptor (non-classical)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GNLY / NKG7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NK cells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Cytotoxic granule proteins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FCER1A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Dendritic cells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IgE receptor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PPBP / PF4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Megakaryocytes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Platelet factors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Introduction to Cell-Type Annotation  |  Scripps Research Hackathon 2026  |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Method 1: Zero-Shot Annotation with Marker Genes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ED6F1"/>
                </a:solidFill>
              </a:rPr>
              <a:t>Annotate without training data — use biological prior knowledge directly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04672"/>
            <a:ext cx="11612880" cy="5577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Introduction to Cell-Type Annotation  |  Scripps Research Hackathon 2026  |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Method 2: Reference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ED6F1"/>
                </a:solidFill>
              </a:rPr>
              <a:t>Compare your cells to a large, annotated atlas and borrow their labels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6318504"/>
            <a:ext cx="11466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D6F1"/>
                </a:solidFill>
              </a:rPr>
              <a:t>Tools used in this project: CellTypist (Claude) | Scanorama+KNN (Gemma) | Centroid dot-product (Llama)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Introduction to Cell-Type Annotation  |  Scripps Research Hackathon 2026  |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Why Does Cell-Type Annotation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ED6F1"/>
                </a:solidFill>
              </a:rPr>
              <a:t>Annotated cells unlock biological and clinical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3749039" cy="20116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051560"/>
            <a:ext cx="3602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Disease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1554480"/>
            <a:ext cx="3602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Identify which cell types are expanded or
depleted in cancer, autoimmune disease, or infection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960120"/>
            <a:ext cx="3749039" cy="2011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9392" y="1051560"/>
            <a:ext cx="3602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Drug Target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392" y="1554480"/>
            <a:ext cx="3602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Find the exact cell type where a drug acts —
or should act — in the body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960120"/>
            <a:ext cx="3749039" cy="2011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051560"/>
            <a:ext cx="3602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Immune Profiling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554480"/>
            <a:ext cx="3602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Track how T, B, NK cells change before and
after vaccination or treatment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246120"/>
            <a:ext cx="3749039" cy="201168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3337560"/>
            <a:ext cx="3602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Cell Atlas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" y="3840480"/>
            <a:ext cx="3602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Build maps of every cell type in the
human body (Human Cell Atlas project)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246120"/>
            <a:ext cx="3749039" cy="20116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3337560"/>
            <a:ext cx="3602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Biomarker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2" y="3840480"/>
            <a:ext cx="3602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Identify rare cell populations that predict
patient outcomes or disease progression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3246120"/>
            <a:ext cx="3749039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3337560"/>
            <a:ext cx="3602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Drug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840480"/>
            <a:ext cx="3602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Understand off-target effects: which cell types
are affected by a new compound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6263640"/>
            <a:ext cx="11731752" cy="384048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2819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Without cell-type annotation, single-cell data is just 20,000 numbers per cell — annotation gives it biological meaning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Introduction to Cell-Type Annotation  |  Scripps Research Hackathon 2026  |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Summary: Zero-Shot vs Reference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ED6F1"/>
                </a:solidFill>
              </a:rPr>
              <a:t>Two complementary strategies — use both for the most reliable annotation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868680"/>
          <a:ext cx="11704320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892040"/>
                <a:gridCol w="4892040"/>
              </a:tblGrid>
              <a:tr h="70294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Zero-Shot (Marker Genes)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Reference Mapping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702945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Core idea</a:t>
                      </a:r>
                    </a:p>
                  </a:txBody>
                  <a:tcPr>
                    <a:solidFill>
                      <a:srgbClr val="D5D8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Match cluster's top genes to known
marker gene lists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Align cells to a pre-annotated atlas
and transfer labels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702945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Prior knowledge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Curated marker gene lists
(literature or LLM knowledge)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A labelled reference dataset
(e.g. Human Cell Atlas)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</a:tr>
              <a:tr h="702945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Granularity</a:t>
                      </a:r>
                    </a:p>
                  </a:txBody>
                  <a:tcPr>
                    <a:solidFill>
                      <a:srgbClr val="D5D8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Cluster-level
(all cells in a cluster get same label)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Cell-level
(each cell annotated independently)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702945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Strengths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- No reference data required
- Fast and interpretable
- Any organism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- Cell-level resolution
- Handles novel datasets
- Large training sets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</a:tr>
              <a:tr h="702945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Weaknesses</a:t>
                      </a:r>
                    </a:p>
                  </a:txBody>
                  <a:tcPr>
                    <a:solidFill>
                      <a:srgbClr val="D5D8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- Limited by cluster resolution
- Misses rare cell types
- Needs good markers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- Needs a good reference
- Batch effects can mislead
- Reference may be incomplete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702945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Accuracy (PBMC3k)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85.1% (Claude &amp; Llama)
76.4% (Gemma)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88.9% (Claude/CellTypist)
77.0% (Gemma/Scanorama)
73.2% (Llama/dot-product)</a:t>
                      </a:r>
                    </a:p>
                  </a:txBody>
                  <a:tcPr>
                    <a:solidFill>
                      <a:srgbClr val="E8F8F5"/>
                    </a:solidFill>
                  </a:tcPr>
                </a:tc>
              </a:tr>
              <a:tr h="702945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Best when...</a:t>
                      </a:r>
                    </a:p>
                  </a:txBody>
                  <a:tcPr>
                    <a:solidFill>
                      <a:srgbClr val="D5D8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No reference available
or working with novel tissue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52F"/>
                          </a:solidFill>
                        </a:rPr>
                        <a:t>High accuracy needed and
a well-matched reference exists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Introduction to Cell-Type Annotation  |  Scripps Research Hackathon 2026  |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